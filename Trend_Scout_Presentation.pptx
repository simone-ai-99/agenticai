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DRYKORN  ?  TREND BRIEFING  ?  UNIVERSITY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0A0A0A"/>
                </a:solidFill>
                <a:latin typeface="Calibri"/>
              </a:rPr>
              <a:t>Trend 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2A2A2A"/>
                </a:solidFill>
                <a:latin typeface="Calibri"/>
              </a:rPr>
              <a:t>Multi-Agent Trend Briefing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08960"/>
            <a:ext cx="54864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Foundations of Agentic AI  ?  Niklas Geier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Stack: Python ? Gemini API ? google_search ?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01  ? 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A0A"/>
                </a:solidFill>
                <a:latin typeface="Calibri"/>
              </a:rPr>
              <a:t>What Trend Scout solves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0A0A0A"/>
                </a:solidFill>
                <a:latin typeface="Calibri"/>
              </a:rPr>
              <a:t>?   DRYKORN's trend team needs consolidated trend briefings per season and target group.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A0A0A"/>
                </a:solidFill>
                <a:latin typeface="Calibri"/>
              </a:rPr>
              <a:t>?   Sources are scattered: Vogue editorials, Pinterest aesthetics, Pantone forecasts, competitor lookbooks.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A0A0A"/>
                </a:solidFill>
                <a:latin typeface="Calibri"/>
              </a:rPr>
              <a:t>?   Manual research takes 4-8 hours per briefing. Output is subjective and hard to reproduce.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A0A0A"/>
                </a:solidFill>
                <a:latin typeface="Calibri"/>
              </a:rPr>
              <a:t>?   Trend Scout generates the same briefing in ~30 seconds  ?  with traceable web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02  ?  AGENTIC DEVELOPMENT LIFECYCLE (ADLC)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A0A"/>
                </a:solidFill>
                <a:latin typeface="Calibri"/>
              </a:rPr>
              <a:t>The red thread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Six steps from the course  ?  applied one-to-one to Trend Scout.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Goal Definition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What should the agent achieve?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69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Product Requirements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Inputs, outputs, constraints?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38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Write Skills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Which agents, which prompts?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7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Orchestrate Agents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How do they run together?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76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Monitoring &amp; Feedback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Visibility &amp; source trace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745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06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Continuous Deployment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Streamlit live + iteration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Goal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Define what the agent should deliver  ?  before any code is written.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0A0A0A"/>
                </a:solidFill>
                <a:latin typeface="Calibri"/>
              </a:rPr>
              <a:t>?   Input: season (e.g. FW26) + target group (e.g. "Women's Premium Casual").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A0A0A"/>
                </a:solidFill>
                <a:latin typeface="Calibri"/>
              </a:rPr>
              <a:t>?   Output: consolidated Markdown briefing with Executive Summary, Key Themes, Recommended Colors, Risk Assessment.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A0A0A"/>
                </a:solidFill>
                <a:latin typeface="Calibri"/>
              </a:rPr>
              <a:t>?   Constraints: no paid APIs (no web-search service requiring credit card), under 60s runtime, reproducible.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A0A0A"/>
                </a:solidFill>
                <a:latin typeface="Calibri"/>
              </a:rPr>
              <a:t>?   Success criterion: every claim is backed by a web source  ?  zero hallucinations.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Product Requirements (PRD)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B6B"/>
                </a:solidFill>
                <a:latin typeface="Calibri"/>
              </a:rPr>
              <a:t>Functional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Four specialized research perspectives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Web search per agent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Synthesis consolidates into briefing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Live progress visible in UI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Source traceability per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B6B"/>
                </a:solidFill>
                <a:latin typeface="Calibri"/>
              </a:rPr>
              <a:t>Non-functional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No third-party API key (Gemini only)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Free tier sufficient for demo loop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Single-file app, no database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Runs on Windows with venv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DRYKORN brand aesthetic in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A0A0A"/>
                </a:solidFill>
                <a:latin typeface="Calibri"/>
              </a:rPr>
              <a:t>Write Skills  ?  four research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Same code path, different system prompt. The honest multi-agent cut.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Calibri"/>
              </a:rPr>
              <a:t>Runway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743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Fashion Weeks, Vogue, BoF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Silhouettes, materials, stylings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Calibri"/>
              </a:rPr>
              <a:t>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20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TikTok, Pinterest, Instagram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520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Aesthetics, hashtags, micro-trends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Calibri"/>
              </a:rPr>
              <a:t>Color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97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Pantone, WGSN, forecasts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297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Hex codes + rationale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Calibri"/>
              </a:rPr>
              <a:t>Competitor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Closed, Marc O'Polo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074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Collection strategies, assortment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A0A0A"/>
                </a:solidFill>
                <a:latin typeface="Calibri"/>
              </a:rPr>
              <a:t>Orchestrate  ?  Fan-Out / Fan-In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51960" y="2468880"/>
            <a:ext cx="3657600" cy="5486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300" b="1">
                <a:solidFill>
                  <a:srgbClr val="FAFAF7"/>
                </a:solidFill>
                <a:latin typeface="Calibri"/>
              </a:rPr>
              <a:t>User Input  ?  Season + Target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19" y="3931920"/>
            <a:ext cx="20116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300" b="1">
                <a:solidFill>
                  <a:srgbClr val="0A0A0A"/>
                </a:solidFill>
                <a:latin typeface="Calibri"/>
              </a:rPr>
              <a:t>Runway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3931920"/>
            <a:ext cx="20116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300" b="1">
                <a:solidFill>
                  <a:srgbClr val="0A0A0A"/>
                </a:solidFill>
                <a:latin typeface="Calibri"/>
              </a:rPr>
              <a:t>Social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931920"/>
            <a:ext cx="20116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300" b="1">
                <a:solidFill>
                  <a:srgbClr val="0A0A0A"/>
                </a:solidFill>
                <a:latin typeface="Calibri"/>
              </a:rPr>
              <a:t>Color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3931920"/>
            <a:ext cx="20116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300" b="1">
                <a:solidFill>
                  <a:srgbClr val="0A0A0A"/>
                </a:solidFill>
                <a:latin typeface="Calibri"/>
              </a:rPr>
              <a:t>Competitor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520439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asyncio.gather  ?  parallel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5212080"/>
            <a:ext cx="3657600" cy="5486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300" b="1">
                <a:solidFill>
                  <a:srgbClr val="FAFAF7"/>
                </a:solidFill>
                <a:latin typeface="Calibri"/>
              </a:rPr>
              <a:t>Synthesis  ? 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6B6B6B"/>
                </a:solidFill>
                <a:latin typeface="Calibri"/>
              </a:rPr>
              <a:t>Each agent runs the Single-Agent-with-Tool pattern (Day 2 slide 44). On top: multi-agent coordination  ?  fan-out then aggregator.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DAY 2  ?  TOOL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google_search Grounding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Each research agent uses Gemini's native tool  ?  no separate search API key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26080"/>
            <a:ext cx="10972800" cy="2743200"/>
          </a:xfrm>
          <a:prstGeom prst="rect">
            <a:avLst/>
          </a:prstGeom>
          <a:solidFill>
            <a:srgbClr val="F2F1ED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/>
            <a:r>
              <a:rPr sz="1100">
                <a:solidFill>
                  <a:srgbClr val="0A0A0A"/>
                </a:solidFill>
                <a:latin typeface="Consolas"/>
              </a:rPr>
              <a:t>response = await client.aio.models.generate_content(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model='gemini-2.5-flash-lite',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contents=user_message,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config=GenerateContentConfig(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    system_instruction=agent_prompt,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    tools=[Tool(google_search=GoogleSearch())],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),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)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# Sources come back attached: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for chunk in response.candidates[0].grounding_metadata.grounding_chunks: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citations.append({'title': chunk.web.title, 'url': chunk.web.uri})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Tool-calling flow from Day 2 slide 27  ?  applied exactly: LLM calls tool, tool returns result, LLM responds with full 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DAY 2  ?  COGNITIVE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Mapping to our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Calibri"/>
              </a:rPr>
              <a:t>Perception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423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Web search results as input per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Calibri"/>
              </a:rPr>
              <a:t>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LLM synthesis of findings per agent + final 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Calibri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Session state in Streamlit  ?  no LTM by design (see slide 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Calibri"/>
              </a:rP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02919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Tool call google_search  +  final Markdown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STEP 4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A0A0A"/>
                </a:solidFill>
                <a:latin typeface="Calibri"/>
              </a:rPr>
              <a:t>Synthesis  ?  Aggregator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Fan-in: a final LLM call consumes all agent outputs and distills the briefing.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26080"/>
            <a:ext cx="10972800" cy="2560320"/>
          </a:xfrm>
          <a:prstGeom prst="rect">
            <a:avLst/>
          </a:prstGeom>
          <a:solidFill>
            <a:srgbClr val="F2F1ED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/>
            <a:r>
              <a:rPr sz="1100">
                <a:solidFill>
                  <a:srgbClr val="0A0A0A"/>
                </a:solidFill>
                <a:latin typeface="Consolas"/>
              </a:rPr>
              <a:t>async def run_briefing(season, target):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# 1. Fan-out: 4 parallel research agents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tasks = [run_agent(name, prompt, season, target)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         for name, prompt in AGENTS.items()]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outputs = await asyncio.gather(*tasks)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# 2. Fan-in: synthesis with all findings as context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briefing = await synthesize(season, target, outputs)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return briefing,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alibri"/>
              </a:rPr>
              <a:t>Aggregator pattern: a single tool-less LLM call consolidates the four agent outputs. Not Planner-Executor (which plans first, then executes).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Monitoring &amp;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0A0A0A"/>
                </a:solidFill>
                <a:latin typeface="Calibri"/>
              </a:rPr>
              <a:t>?   Live status per agent in the UI: per-second timing, completion state, visible parallelism.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A0A0A"/>
                </a:solidFill>
                <a:latin typeface="Calibri"/>
              </a:rPr>
              <a:t>?   Open Graph image scraping from cited URLs: source cards with editorial imagery and domain favicons.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A0A0A"/>
                </a:solidFill>
                <a:latin typeface="Calibri"/>
              </a:rPr>
              <a:t>?   Visual moodboard built from research sources  ?  direct visual evidence behind the briefing.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A0A0A"/>
                </a:solidFill>
                <a:latin typeface="Calibri"/>
              </a:rPr>
              <a:t>?   Color palette extracted from briefing hex codes and rendered as swatches  ?  brand-relevant top picks.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A0A0A"/>
                </a:solidFill>
                <a:latin typeface="Calibri"/>
              </a:rPr>
              <a:t>?   Source trace clickable  ?  every finding is one click away from the original article.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DAY 2  ?  SAFETY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A0A0A"/>
                </a:solidFill>
                <a:latin typeface="Calibri"/>
              </a:rPr>
              <a:t>What's intentionally NOT in the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Trade-offs in favor of leanness for a university demo: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No long-term memory  ?  every run is stateless. No RAG, no vector DB.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No human-in-the-loop approval  ?  the agent commits the briefing directly.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No output validation against PII or toxicity  ?  sources are curated, domain is fashion.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No rate-limit loop protection  ?  hardcoded 5 calls per run.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For production deployment, all four guardrail layers from Day 2 would need to be added.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Continuous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Streamlit + asyncio  ?  one file, one command: streamlit run streamlit_app.py.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runOnSave=true: every code change triggers hot-reload  ?  iterate in seconds, not minutes.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Theme via .streamlit/config.toml [theme] / [theme.dark]  ?  light/dark switch out of the box.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Open-source stack: google-genai, streamlit, httpx, python-dotenv  ?  all pip-installable.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Target deployment path: Streamlit Community Cloud (free tier) for public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B6B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FAFAF7"/>
                </a:solidFill>
                <a:latin typeface="Calibri"/>
              </a:rPr>
              <a:t>Trend Scout in the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C0C0C0"/>
                </a:solidFill>
                <a:latin typeface="Calibri"/>
              </a:rPr>
              <a:t>FW26  ?  Women's Premium Casual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onsolas"/>
              </a:rPr>
              <a:t>localhost:8501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Multi-agent isn't an end in itself  ?  parallelism only pays off when agents have independent domains.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Tool calling beats writing your own API wrapper. Gemini's google_search replaced our entire Tavily integration.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The synthesis step is the most important one  ?  without it, four agent outputs are just noise.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Streamlit is great for data demos, weak for pixel-perfect UI. Trade-off accepted on purpose.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Free tier limits are real  ?  a production system needs a paid model or multiple keys.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>
                <a:solidFill>
                  <a:srgbClr val="0A0A0A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onsolas"/>
              </a:rPr>
              <a:t>trend-scout  ?  Niklas Geier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